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65" r:id="rId5"/>
    <p:sldId id="273" r:id="rId6"/>
    <p:sldId id="274" r:id="rId7"/>
    <p:sldId id="280" r:id="rId8"/>
    <p:sldId id="267" r:id="rId9"/>
    <p:sldId id="264" r:id="rId10"/>
    <p:sldId id="277" r:id="rId11"/>
    <p:sldId id="278" r:id="rId12"/>
    <p:sldId id="279" r:id="rId13"/>
    <p:sldId id="275" r:id="rId14"/>
    <p:sldId id="263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6E5C35-D654-49E4-9EA2-AA2E88882965}" v="19" dt="2026-08-13T05:04:09.870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 latha" userId="76da605f511505c6" providerId="LiveId" clId="{78F53B7D-E6D6-4355-9525-FA5FB5D1D120}"/>
    <pc:docChg chg="undo custSel addSld delSld modSld">
      <pc:chgData name="sree latha" userId="76da605f511505c6" providerId="LiveId" clId="{78F53B7D-E6D6-4355-9525-FA5FB5D1D120}" dt="2026-08-13T05:19:20.550" v="185" actId="27636"/>
      <pc:docMkLst>
        <pc:docMk/>
      </pc:docMkLst>
      <pc:sldChg chg="modSp mod">
        <pc:chgData name="sree latha" userId="76da605f511505c6" providerId="LiveId" clId="{78F53B7D-E6D6-4355-9525-FA5FB5D1D120}" dt="2026-08-13T05:19:20.550" v="185" actId="27636"/>
        <pc:sldMkLst>
          <pc:docMk/>
          <pc:sldMk cId="2491811037" sldId="256"/>
        </pc:sldMkLst>
        <pc:spChg chg="mod">
          <ac:chgData name="sree latha" userId="76da605f511505c6" providerId="LiveId" clId="{78F53B7D-E6D6-4355-9525-FA5FB5D1D120}" dt="2026-08-13T05:19:20.550" v="185" actId="27636"/>
          <ac:spMkLst>
            <pc:docMk/>
            <pc:sldMk cId="2491811037" sldId="256"/>
            <ac:spMk id="3" creationId="{AB9DF7C7-1CB9-1EEF-CE62-08BAFD059CC3}"/>
          </ac:spMkLst>
        </pc:spChg>
      </pc:sldChg>
      <pc:sldChg chg="addSp modSp mod">
        <pc:chgData name="sree latha" userId="76da605f511505c6" providerId="LiveId" clId="{78F53B7D-E6D6-4355-9525-FA5FB5D1D120}" dt="2026-08-13T04:46:52.496" v="29" actId="1076"/>
        <pc:sldMkLst>
          <pc:docMk/>
          <pc:sldMk cId="4261432623" sldId="264"/>
        </pc:sldMkLst>
        <pc:spChg chg="mod">
          <ac:chgData name="sree latha" userId="76da605f511505c6" providerId="LiveId" clId="{78F53B7D-E6D6-4355-9525-FA5FB5D1D120}" dt="2026-08-13T04:44:11.180" v="16" actId="1076"/>
          <ac:spMkLst>
            <pc:docMk/>
            <pc:sldMk cId="4261432623" sldId="264"/>
            <ac:spMk id="2" creationId="{76D13C55-3412-568C-F3E8-38D180884372}"/>
          </ac:spMkLst>
        </pc:spChg>
        <pc:spChg chg="mod">
          <ac:chgData name="sree latha" userId="76da605f511505c6" providerId="LiveId" clId="{78F53B7D-E6D6-4355-9525-FA5FB5D1D120}" dt="2026-08-13T04:46:39.671" v="24" actId="14100"/>
          <ac:spMkLst>
            <pc:docMk/>
            <pc:sldMk cId="4261432623" sldId="264"/>
            <ac:spMk id="4" creationId="{335BA93E-477E-83DA-78F0-6260D1A5E7CB}"/>
          </ac:spMkLst>
        </pc:spChg>
        <pc:picChg chg="add mod">
          <ac:chgData name="sree latha" userId="76da605f511505c6" providerId="LiveId" clId="{78F53B7D-E6D6-4355-9525-FA5FB5D1D120}" dt="2026-08-13T04:46:52.496" v="29" actId="1076"/>
          <ac:picMkLst>
            <pc:docMk/>
            <pc:sldMk cId="4261432623" sldId="264"/>
            <ac:picMk id="3" creationId="{4B9B176C-A1C3-7EB7-F3C7-18C01984EFC3}"/>
          </ac:picMkLst>
        </pc:picChg>
      </pc:sldChg>
      <pc:sldChg chg="addSp delSp mod">
        <pc:chgData name="sree latha" userId="76da605f511505c6" providerId="LiveId" clId="{78F53B7D-E6D6-4355-9525-FA5FB5D1D120}" dt="2026-08-13T05:00:09.931" v="124" actId="22"/>
        <pc:sldMkLst>
          <pc:docMk/>
          <pc:sldMk cId="1307898607" sldId="273"/>
        </pc:sldMkLst>
        <pc:picChg chg="add del">
          <ac:chgData name="sree latha" userId="76da605f511505c6" providerId="LiveId" clId="{78F53B7D-E6D6-4355-9525-FA5FB5D1D120}" dt="2026-08-13T05:00:09.931" v="124" actId="22"/>
          <ac:picMkLst>
            <pc:docMk/>
            <pc:sldMk cId="1307898607" sldId="273"/>
            <ac:picMk id="4" creationId="{94E69CAD-8EDD-F634-CCAA-7830B5CC5020}"/>
          </ac:picMkLst>
        </pc:picChg>
      </pc:sldChg>
      <pc:sldChg chg="addSp modSp mod">
        <pc:chgData name="sree latha" userId="76da605f511505c6" providerId="LiveId" clId="{78F53B7D-E6D6-4355-9525-FA5FB5D1D120}" dt="2026-08-13T05:00:13.900" v="125" actId="22"/>
        <pc:sldMkLst>
          <pc:docMk/>
          <pc:sldMk cId="1155048615" sldId="274"/>
        </pc:sldMkLst>
        <pc:spChg chg="mod">
          <ac:chgData name="sree latha" userId="76da605f511505c6" providerId="LiveId" clId="{78F53B7D-E6D6-4355-9525-FA5FB5D1D120}" dt="2026-08-13T05:00:03.531" v="122" actId="14100"/>
          <ac:spMkLst>
            <pc:docMk/>
            <pc:sldMk cId="1155048615" sldId="274"/>
            <ac:spMk id="2" creationId="{C438E4EB-CE41-78E4-8CBB-43B1C846F8D7}"/>
          </ac:spMkLst>
        </pc:spChg>
        <pc:picChg chg="add">
          <ac:chgData name="sree latha" userId="76da605f511505c6" providerId="LiveId" clId="{78F53B7D-E6D6-4355-9525-FA5FB5D1D120}" dt="2026-08-13T04:59:47.518" v="117" actId="22"/>
          <ac:picMkLst>
            <pc:docMk/>
            <pc:sldMk cId="1155048615" sldId="274"/>
            <ac:picMk id="5" creationId="{7732742C-4D36-3F6B-F6D0-7DA9D0C45AEC}"/>
          </ac:picMkLst>
        </pc:picChg>
        <pc:picChg chg="add">
          <ac:chgData name="sree latha" userId="76da605f511505c6" providerId="LiveId" clId="{78F53B7D-E6D6-4355-9525-FA5FB5D1D120}" dt="2026-08-13T05:00:13.900" v="125" actId="22"/>
          <ac:picMkLst>
            <pc:docMk/>
            <pc:sldMk cId="1155048615" sldId="274"/>
            <ac:picMk id="7" creationId="{4274ED92-0FAF-1225-029A-05589B340688}"/>
          </ac:picMkLst>
        </pc:picChg>
      </pc:sldChg>
      <pc:sldChg chg="addSp delSp modSp new mod">
        <pc:chgData name="sree latha" userId="76da605f511505c6" providerId="LiveId" clId="{78F53B7D-E6D6-4355-9525-FA5FB5D1D120}" dt="2026-08-13T04:51:10.054" v="63" actId="14100"/>
        <pc:sldMkLst>
          <pc:docMk/>
          <pc:sldMk cId="1792651894" sldId="277"/>
        </pc:sldMkLst>
        <pc:spChg chg="mod">
          <ac:chgData name="sree latha" userId="76da605f511505c6" providerId="LiveId" clId="{78F53B7D-E6D6-4355-9525-FA5FB5D1D120}" dt="2026-08-13T04:47:53.666" v="40" actId="1076"/>
          <ac:spMkLst>
            <pc:docMk/>
            <pc:sldMk cId="1792651894" sldId="277"/>
            <ac:spMk id="2" creationId="{EBFEF3AA-3B84-2CEF-296B-33447467197C}"/>
          </ac:spMkLst>
        </pc:spChg>
        <pc:spChg chg="del">
          <ac:chgData name="sree latha" userId="76da605f511505c6" providerId="LiveId" clId="{78F53B7D-E6D6-4355-9525-FA5FB5D1D120}" dt="2026-08-13T04:49:45.604" v="41"/>
          <ac:spMkLst>
            <pc:docMk/>
            <pc:sldMk cId="1792651894" sldId="277"/>
            <ac:spMk id="3" creationId="{25F6A7BB-1261-F2D1-DAD7-0B45D8DC6BF8}"/>
          </ac:spMkLst>
        </pc:spChg>
        <pc:spChg chg="add del mod">
          <ac:chgData name="sree latha" userId="76da605f511505c6" providerId="LiveId" clId="{78F53B7D-E6D6-4355-9525-FA5FB5D1D120}" dt="2026-08-13T04:50:14.671" v="47" actId="478"/>
          <ac:spMkLst>
            <pc:docMk/>
            <pc:sldMk cId="1792651894" sldId="277"/>
            <ac:spMk id="10" creationId="{1460B9A6-C154-AD7C-4AD1-C6B61B82D1A6}"/>
          </ac:spMkLst>
        </pc:spChg>
        <pc:spChg chg="add mod">
          <ac:chgData name="sree latha" userId="76da605f511505c6" providerId="LiveId" clId="{78F53B7D-E6D6-4355-9525-FA5FB5D1D120}" dt="2026-08-13T04:50:43.695" v="56" actId="1076"/>
          <ac:spMkLst>
            <pc:docMk/>
            <pc:sldMk cId="1792651894" sldId="277"/>
            <ac:spMk id="12" creationId="{FCAF4526-D481-AC68-974C-06D28D8494BF}"/>
          </ac:spMkLst>
        </pc:spChg>
        <pc:picChg chg="add">
          <ac:chgData name="sree latha" userId="76da605f511505c6" providerId="LiveId" clId="{78F53B7D-E6D6-4355-9525-FA5FB5D1D120}" dt="2026-08-13T04:47:03.904" v="31" actId="22"/>
          <ac:picMkLst>
            <pc:docMk/>
            <pc:sldMk cId="1792651894" sldId="277"/>
            <ac:picMk id="5" creationId="{E2DD4FF2-C07B-9B14-805F-F6E319DD8514}"/>
          </ac:picMkLst>
        </pc:picChg>
        <pc:picChg chg="add">
          <ac:chgData name="sree latha" userId="76da605f511505c6" providerId="LiveId" clId="{78F53B7D-E6D6-4355-9525-FA5FB5D1D120}" dt="2026-08-13T04:47:10.363" v="32" actId="22"/>
          <ac:picMkLst>
            <pc:docMk/>
            <pc:sldMk cId="1792651894" sldId="277"/>
            <ac:picMk id="7" creationId="{65AC3D89-0048-013A-D02B-FF1102D1702E}"/>
          </ac:picMkLst>
        </pc:picChg>
        <pc:picChg chg="add del mod">
          <ac:chgData name="sree latha" userId="76da605f511505c6" providerId="LiveId" clId="{78F53B7D-E6D6-4355-9525-FA5FB5D1D120}" dt="2026-08-13T04:49:57.453" v="45" actId="478"/>
          <ac:picMkLst>
            <pc:docMk/>
            <pc:sldMk cId="1792651894" sldId="277"/>
            <ac:picMk id="8" creationId="{3D0E316A-BE99-72CC-8220-C62C19F676ED}"/>
          </ac:picMkLst>
        </pc:picChg>
        <pc:picChg chg="add mod">
          <ac:chgData name="sree latha" userId="76da605f511505c6" providerId="LiveId" clId="{78F53B7D-E6D6-4355-9525-FA5FB5D1D120}" dt="2026-08-13T04:51:10.054" v="63" actId="14100"/>
          <ac:picMkLst>
            <pc:docMk/>
            <pc:sldMk cId="1792651894" sldId="277"/>
            <ac:picMk id="13" creationId="{B486E780-7F45-1B85-3C2B-3411F8CA6D9F}"/>
          </ac:picMkLst>
        </pc:picChg>
      </pc:sldChg>
      <pc:sldChg chg="addSp modSp new mod">
        <pc:chgData name="sree latha" userId="76da605f511505c6" providerId="LiveId" clId="{78F53B7D-E6D6-4355-9525-FA5FB5D1D120}" dt="2026-08-13T04:54:10.116" v="92" actId="14100"/>
        <pc:sldMkLst>
          <pc:docMk/>
          <pc:sldMk cId="2013771453" sldId="278"/>
        </pc:sldMkLst>
        <pc:spChg chg="mod">
          <ac:chgData name="sree latha" userId="76da605f511505c6" providerId="LiveId" clId="{78F53B7D-E6D6-4355-9525-FA5FB5D1D120}" dt="2026-08-13T04:53:03.017" v="76" actId="404"/>
          <ac:spMkLst>
            <pc:docMk/>
            <pc:sldMk cId="2013771453" sldId="278"/>
            <ac:spMk id="2" creationId="{3BDCF837-29FF-A85F-C7FA-D77EB3C5CEA2}"/>
          </ac:spMkLst>
        </pc:spChg>
        <pc:spChg chg="mod">
          <ac:chgData name="sree latha" userId="76da605f511505c6" providerId="LiveId" clId="{78F53B7D-E6D6-4355-9525-FA5FB5D1D120}" dt="2026-08-13T04:53:36.682" v="87" actId="27636"/>
          <ac:spMkLst>
            <pc:docMk/>
            <pc:sldMk cId="2013771453" sldId="278"/>
            <ac:spMk id="3" creationId="{826A7107-85B7-F22E-8050-1DB5FF30AA5A}"/>
          </ac:spMkLst>
        </pc:spChg>
        <pc:picChg chg="add">
          <ac:chgData name="sree latha" userId="76da605f511505c6" providerId="LiveId" clId="{78F53B7D-E6D6-4355-9525-FA5FB5D1D120}" dt="2026-08-13T04:51:48.296" v="65" actId="22"/>
          <ac:picMkLst>
            <pc:docMk/>
            <pc:sldMk cId="2013771453" sldId="278"/>
            <ac:picMk id="5" creationId="{9A8CB660-08BD-93E7-6737-F4DB581AE64D}"/>
          </ac:picMkLst>
        </pc:picChg>
        <pc:picChg chg="add">
          <ac:chgData name="sree latha" userId="76da605f511505c6" providerId="LiveId" clId="{78F53B7D-E6D6-4355-9525-FA5FB5D1D120}" dt="2026-08-13T04:51:55.231" v="66" actId="22"/>
          <ac:picMkLst>
            <pc:docMk/>
            <pc:sldMk cId="2013771453" sldId="278"/>
            <ac:picMk id="7" creationId="{0AC3C66E-71AB-B114-765C-AE3CF3DAC6CD}"/>
          </ac:picMkLst>
        </pc:picChg>
        <pc:picChg chg="add mod">
          <ac:chgData name="sree latha" userId="76da605f511505c6" providerId="LiveId" clId="{78F53B7D-E6D6-4355-9525-FA5FB5D1D120}" dt="2026-08-13T04:54:10.116" v="92" actId="14100"/>
          <ac:picMkLst>
            <pc:docMk/>
            <pc:sldMk cId="2013771453" sldId="278"/>
            <ac:picMk id="8" creationId="{EF6E3DBD-DE8A-D27A-0138-98BFFB7DDE43}"/>
          </ac:picMkLst>
        </pc:picChg>
      </pc:sldChg>
      <pc:sldChg chg="addSp modSp new mod">
        <pc:chgData name="sree latha" userId="76da605f511505c6" providerId="LiveId" clId="{78F53B7D-E6D6-4355-9525-FA5FB5D1D120}" dt="2026-08-13T04:58:10.459" v="115" actId="1076"/>
        <pc:sldMkLst>
          <pc:docMk/>
          <pc:sldMk cId="225510702" sldId="279"/>
        </pc:sldMkLst>
        <pc:spChg chg="mod">
          <ac:chgData name="sree latha" userId="76da605f511505c6" providerId="LiveId" clId="{78F53B7D-E6D6-4355-9525-FA5FB5D1D120}" dt="2026-08-13T04:55:22.229" v="104" actId="1076"/>
          <ac:spMkLst>
            <pc:docMk/>
            <pc:sldMk cId="225510702" sldId="279"/>
            <ac:spMk id="2" creationId="{7A17D8AE-F8DC-F0C3-643A-E67521918CBA}"/>
          </ac:spMkLst>
        </pc:spChg>
        <pc:spChg chg="mod">
          <ac:chgData name="sree latha" userId="76da605f511505c6" providerId="LiveId" clId="{78F53B7D-E6D6-4355-9525-FA5FB5D1D120}" dt="2026-08-13T04:55:52.097" v="109" actId="948"/>
          <ac:spMkLst>
            <pc:docMk/>
            <pc:sldMk cId="225510702" sldId="279"/>
            <ac:spMk id="3" creationId="{95132566-5D0C-7430-A103-EB1F2E86FE40}"/>
          </ac:spMkLst>
        </pc:spChg>
        <pc:picChg chg="add mod">
          <ac:chgData name="sree latha" userId="76da605f511505c6" providerId="LiveId" clId="{78F53B7D-E6D6-4355-9525-FA5FB5D1D120}" dt="2026-08-13T04:55:04.843" v="97" actId="1076"/>
          <ac:picMkLst>
            <pc:docMk/>
            <pc:sldMk cId="225510702" sldId="279"/>
            <ac:picMk id="5" creationId="{6C51F70D-E79D-1996-B5D0-23E0F46FC62C}"/>
          </ac:picMkLst>
        </pc:picChg>
        <pc:picChg chg="add">
          <ac:chgData name="sree latha" userId="76da605f511505c6" providerId="LiveId" clId="{78F53B7D-E6D6-4355-9525-FA5FB5D1D120}" dt="2026-08-13T04:54:57.846" v="96" actId="22"/>
          <ac:picMkLst>
            <pc:docMk/>
            <pc:sldMk cId="225510702" sldId="279"/>
            <ac:picMk id="7" creationId="{28CB7851-2167-F9E0-4842-C8690293B7EE}"/>
          </ac:picMkLst>
        </pc:picChg>
        <pc:picChg chg="add mod">
          <ac:chgData name="sree latha" userId="76da605f511505c6" providerId="LiveId" clId="{78F53B7D-E6D6-4355-9525-FA5FB5D1D120}" dt="2026-08-13T04:58:10.459" v="115" actId="1076"/>
          <ac:picMkLst>
            <pc:docMk/>
            <pc:sldMk cId="225510702" sldId="279"/>
            <ac:picMk id="8" creationId="{CEF092A0-7EA1-9859-B924-834575503C0A}"/>
          </ac:picMkLst>
        </pc:picChg>
      </pc:sldChg>
      <pc:sldChg chg="addSp delSp modSp new mod">
        <pc:chgData name="sree latha" userId="76da605f511505c6" providerId="LiveId" clId="{78F53B7D-E6D6-4355-9525-FA5FB5D1D120}" dt="2026-08-13T05:07:15.992" v="183" actId="1076"/>
        <pc:sldMkLst>
          <pc:docMk/>
          <pc:sldMk cId="486283816" sldId="280"/>
        </pc:sldMkLst>
        <pc:spChg chg="mod">
          <ac:chgData name="sree latha" userId="76da605f511505c6" providerId="LiveId" clId="{78F53B7D-E6D6-4355-9525-FA5FB5D1D120}" dt="2026-08-13T05:06:09.582" v="170" actId="14100"/>
          <ac:spMkLst>
            <pc:docMk/>
            <pc:sldMk cId="486283816" sldId="280"/>
            <ac:spMk id="2" creationId="{F28FD373-0E00-70A7-BFC5-85D2F7F65C3A}"/>
          </ac:spMkLst>
        </pc:spChg>
        <pc:spChg chg="add del">
          <ac:chgData name="sree latha" userId="76da605f511505c6" providerId="LiveId" clId="{78F53B7D-E6D6-4355-9525-FA5FB5D1D120}" dt="2026-08-13T05:04:09.870" v="137"/>
          <ac:spMkLst>
            <pc:docMk/>
            <pc:sldMk cId="486283816" sldId="280"/>
            <ac:spMk id="3" creationId="{7EFACC9C-05F6-27AB-571F-69D2097F9761}"/>
          </ac:spMkLst>
        </pc:spChg>
        <pc:graphicFrameChg chg="add mod">
          <ac:chgData name="sree latha" userId="76da605f511505c6" providerId="LiveId" clId="{78F53B7D-E6D6-4355-9525-FA5FB5D1D120}" dt="2026-08-13T05:04:09.792" v="136"/>
          <ac:graphicFrameMkLst>
            <pc:docMk/>
            <pc:sldMk cId="486283816" sldId="280"/>
            <ac:graphicFrameMk id="8" creationId="{C3BC4264-74F7-2985-2EAA-9723B25CCB30}"/>
          </ac:graphicFrameMkLst>
        </pc:graphicFrameChg>
        <pc:graphicFrameChg chg="add mod modGraphic">
          <ac:chgData name="sree latha" userId="76da605f511505c6" providerId="LiveId" clId="{78F53B7D-E6D6-4355-9525-FA5FB5D1D120}" dt="2026-08-13T05:07:15.992" v="183" actId="1076"/>
          <ac:graphicFrameMkLst>
            <pc:docMk/>
            <pc:sldMk cId="486283816" sldId="280"/>
            <ac:graphicFrameMk id="9" creationId="{F6B86855-DBDB-AB3A-9EB2-1F83CE4DAE07}"/>
          </ac:graphicFrameMkLst>
        </pc:graphicFrameChg>
        <pc:picChg chg="add">
          <ac:chgData name="sree latha" userId="76da605f511505c6" providerId="LiveId" clId="{78F53B7D-E6D6-4355-9525-FA5FB5D1D120}" dt="2026-08-13T05:00:33.060" v="130" actId="22"/>
          <ac:picMkLst>
            <pc:docMk/>
            <pc:sldMk cId="486283816" sldId="280"/>
            <ac:picMk id="5" creationId="{457AEA57-D07E-BDFB-1A6D-1D23E43A3E76}"/>
          </ac:picMkLst>
        </pc:picChg>
        <pc:picChg chg="add">
          <ac:chgData name="sree latha" userId="76da605f511505c6" providerId="LiveId" clId="{78F53B7D-E6D6-4355-9525-FA5FB5D1D120}" dt="2026-08-13T05:00:39.068" v="131" actId="22"/>
          <ac:picMkLst>
            <pc:docMk/>
            <pc:sldMk cId="486283816" sldId="280"/>
            <ac:picMk id="7" creationId="{4AF86B82-0A96-9A32-ADAE-C365004012EB}"/>
          </ac:picMkLst>
        </pc:picChg>
      </pc:sldChg>
      <pc:sldChg chg="add del">
        <pc:chgData name="sree latha" userId="76da605f511505c6" providerId="LiveId" clId="{78F53B7D-E6D6-4355-9525-FA5FB5D1D120}" dt="2026-08-13T05:00:27.363" v="129"/>
        <pc:sldMkLst>
          <pc:docMk/>
          <pc:sldMk cId="1195819690" sldId="281"/>
        </pc:sldMkLst>
      </pc:sldChg>
      <pc:sldChg chg="add del">
        <pc:chgData name="sree latha" userId="76da605f511505c6" providerId="LiveId" clId="{78F53B7D-E6D6-4355-9525-FA5FB5D1D120}" dt="2026-08-13T05:00:23.155" v="127"/>
        <pc:sldMkLst>
          <pc:docMk/>
          <pc:sldMk cId="2435093173" sldId="28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8CC3E-1FD7-47A1-2532-34D782397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2EAF0-FB75-4543-3080-88DD40A57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85370-1369-5DDF-F248-B1EFF599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8B381-2C2A-7579-FA21-90D25B41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6EBBA-2C77-10F9-4069-34FB38F5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670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7A58-9755-2647-1F9D-131C46401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42B6B-7602-4CDB-4FA8-65414339A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16774-C92E-3DC6-AD62-0404F4AC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896ED-19A8-F613-EC59-BCED0FA2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F94D-F479-13D4-A052-36FD8FEB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87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CF373-1948-5A47-8ABB-F91733D10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CCA2C-9F98-5020-4BBB-DA18E2127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58C5B-0784-345B-E719-492D5A4F9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A5C45-88C4-B63F-1494-23E644305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4F5D7-FEF5-A082-FE5E-8C319CFC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256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0C10E-8B92-9B57-C174-23A2CAFDD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A9792-5E6F-CC2B-05BA-8523763961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47B99-9251-4112-BCC9-121A264CB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0C9E7-B2B9-590A-3C77-95D321E6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F8440-E3F0-5669-FBE8-8C0A1CBB9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91417-2AC7-5125-8196-1C91A0DF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68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7F42-9C6E-EC1B-D801-15805E161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681FB-9CD4-4E27-0FED-2A8EFFF62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0DD0-BE2F-F70A-304A-985759F72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7E842-D77B-2AE8-BEF4-A73E9A349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A9C5C4-6A3B-2D52-2B02-A9C9DCEAA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64A98C-6192-DFAC-F152-A06A91D63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1E8798-6146-04A5-C5E2-B52D2FAAD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CC9D0C-5F30-D06F-CF6F-92F3FC3FC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91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DF85F-798B-6E71-7E47-CEBD49937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7A4B2-7850-1380-6C98-3BCA56CFB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28347-72C8-0292-61CB-C5B86FA25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6D5AC-5D66-073C-D7B4-8130594AD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864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E0059C-0645-D5F7-BDC0-2F0918BBA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E76F7B-BDCF-C276-EEB2-02C68647A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9299C-E9CD-DB82-1FF9-CE458E39A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944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6083-B4BC-2E25-39F7-95337EDE9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4B89A-873A-1276-8313-67C17DC95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59D26-263D-2C21-7D9D-2BF163CE0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7A7E4F-EF4B-4666-BA2C-80D2E0ED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048F7-A303-3B3C-40D1-E55C070F9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57F5E-6324-4B1A-54EF-D26DC737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558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00678-8B25-7761-864F-3111918B9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998EDD-5F56-B4ED-63C5-224D2A08E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6844D-B962-3AE2-0FBF-8FD40C3E0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A079C-D8D5-CEA3-8052-EB8B3CFB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929C7-19D0-9986-EA36-756D107FF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60B14-0723-07CA-685F-80327AFF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995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89854-1AF0-35D1-75BE-203D6D51C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3B85D-842D-7DC7-027A-55FAD3704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E0EF7-35B1-4392-FF35-21DFB136C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6390E-179A-87F2-C3F3-F0E682B78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DE273-B2B9-EF3C-A3CC-46EE37D23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03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4A63E2-D3A9-BD2E-2A8C-63E8860A2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730EE2-7816-9E68-3822-562EACA98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6B9C4-FAF2-D8E2-7EED-4BA3B5C87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707F-B987-4284-B0EF-0B055EC00C7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ED711-8532-8790-1DF1-5DEE45531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9924-26DF-FD74-147F-F6A8028B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039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0F9A4-BDED-B8B5-9E95-FB10E7A6A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BAE7C-8002-26FE-5393-7BFC4D0BE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F6876-B0BF-0A84-D0F3-5A0820CEA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C707F-B987-4284-B0EF-0B055EC00C7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B01A7-1C2A-5D59-3D65-0CFA7BAB6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6010E-3BE8-71F7-33D3-A0E56F06D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CCF53-7649-4628-9F03-182E1E4A6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32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CEC18-C9A8-AAC0-CF89-33C1191AF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3331" y="1315174"/>
            <a:ext cx="9319895" cy="1217714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Based Real-Time Driver Drowsiness Detection and Alert System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DF7C7-1CB9-1EEF-CE62-08BAFD059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9271" y="3495688"/>
            <a:ext cx="9144000" cy="3101109"/>
          </a:xfrm>
        </p:spPr>
        <p:txBody>
          <a:bodyPr>
            <a:normAutofit fontScale="85000" lnSpcReduction="10000"/>
          </a:bodyPr>
          <a:lstStyle/>
          <a:p>
            <a:pPr algn="r">
              <a:lnSpc>
                <a:spcPct val="150000"/>
              </a:lnSpc>
            </a:pPr>
            <a:r>
              <a:rPr lang="da-D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</a:t>
            </a:r>
            <a:r>
              <a:rPr lang="da-DK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r>
              <a:rPr lang="da-D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da-D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k Sreelatha(192425248) </a:t>
            </a:r>
          </a:p>
          <a:p>
            <a:pPr algn="r">
              <a:lnSpc>
                <a:spcPct val="150000"/>
              </a:lnSpc>
            </a:pPr>
            <a:endParaRPr lang="da-DK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r>
              <a:rPr lang="da-DK" sz="200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da-D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 Teja(192425083)</a:t>
            </a:r>
          </a:p>
          <a:p>
            <a:pPr algn="r">
              <a:lnSpc>
                <a:spcPct val="150000"/>
              </a:lnSpc>
            </a:pPr>
            <a:r>
              <a:rPr lang="da-D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Jahnavi(192325043)                                                                                                                                                        </a:t>
            </a:r>
            <a:r>
              <a:rPr lang="da-DK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SUPERVISIOR:</a:t>
            </a:r>
          </a:p>
          <a:p>
            <a:pPr algn="r">
              <a:lnSpc>
                <a:spcPct val="150000"/>
              </a:lnSpc>
            </a:pPr>
            <a:r>
              <a:rPr lang="da-DK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Dr.D.Sudhagar</a:t>
            </a:r>
          </a:p>
          <a:p>
            <a:pPr algn="r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AA362D-351E-BB96-DB99-C2E67B979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5402CD4-55A3-6C3B-E875-AEEDD9CE2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AE14A39-592E-F935-B025-42630DA4DA23}"/>
              </a:ext>
            </a:extLst>
          </p:cNvPr>
          <p:cNvSpPr txBox="1">
            <a:spLocks/>
          </p:cNvSpPr>
          <p:nvPr/>
        </p:nvSpPr>
        <p:spPr>
          <a:xfrm>
            <a:off x="1524000" y="382486"/>
            <a:ext cx="9144000" cy="12177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  <a:b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Saveetha Institute of Medical and Technical Sciences</a:t>
            </a:r>
            <a:b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Chennai-602105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800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8FBB2-6E4A-078D-3448-1C66D66FF3FE}"/>
              </a:ext>
            </a:extLst>
          </p:cNvPr>
          <p:cNvSpPr txBox="1"/>
          <p:nvPr/>
        </p:nvSpPr>
        <p:spPr>
          <a:xfrm>
            <a:off x="4153319" y="2962202"/>
            <a:ext cx="8038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MLA0408 – Deep Learning</a:t>
            </a:r>
          </a:p>
        </p:txBody>
      </p:sp>
    </p:spTree>
    <p:extLst>
      <p:ext uri="{BB962C8B-B14F-4D97-AF65-F5344CB8AC3E}">
        <p14:creationId xmlns:p14="http://schemas.microsoft.com/office/powerpoint/2010/main" val="2491811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73AA8-D5B9-E2CC-AE83-3C28C4B2E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5245" y="170655"/>
            <a:ext cx="7118555" cy="103482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BDFFE8-DBA1-A74C-9598-52B62C03A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ECCE42FF-BA67-FB85-6019-AA8591C7A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6BB190F-77D4-B5CF-3A0E-EAC6B947C6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66044" y="1807982"/>
            <a:ext cx="8787324" cy="3375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is a significant factor contributing to road accidents and fatalities.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systems are often expensive and require specialized hardware.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a cost-effective, real-time drowsiness detection system using a webcam and Deep Learning.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continuously monitors the driver's face,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eye and mouth movements, and alerts the driver whenever signs of drowsiness are detected.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solution is designed to improve road safety and reduce fatigue-related accidents.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436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B2D1-BA0B-0B55-D7BE-4A1FB68C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295" y="53618"/>
            <a:ext cx="5024176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103A4-115E-EC0D-A1D8-E213342E2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7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is one of the leading causes of road accidents worldwide. </a:t>
            </a:r>
          </a:p>
          <a:p>
            <a:pPr algn="just">
              <a:lnSpc>
                <a:spcPct val="17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Fatigue reduces the driver's alertness, concentration, and reaction time, increasing the risk of collisions. </a:t>
            </a:r>
          </a:p>
          <a:p>
            <a:pPr algn="just">
              <a:lnSpc>
                <a:spcPct val="17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drivers are unaware of their drowsiness until it becomes dangerous. Existing drowsiness detection systems are often expensive and require specialized hardware or sensors. </a:t>
            </a:r>
          </a:p>
          <a:p>
            <a:pPr algn="just">
              <a:lnSpc>
                <a:spcPct val="17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webcam-based solution can continuously monitor the driver's facial expressions without physical contact. </a:t>
            </a:r>
          </a:p>
          <a:p>
            <a:pPr algn="just">
              <a:lnSpc>
                <a:spcPct val="17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techniques can accurately identify signs of drowsiness such as eye closure, blinking patterns, and yawning.</a:t>
            </a:r>
          </a:p>
          <a:p>
            <a:pPr algn="just">
              <a:lnSpc>
                <a:spcPct val="17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aims to improve road safety by providing continuous and automated driver monitoring.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A570F-BD49-BEA4-A76E-953610853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37DC957-8DCF-0727-0F9D-C8A75F30F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881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09CBE-CC66-BAEB-A7CE-3CBA2888B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1335" y="53618"/>
            <a:ext cx="7096432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4D68C8-0C92-8FFA-508B-8C29AFEDE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A8D0B69-E2FC-7710-F628-1B6BC90DF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9C414FB-B350-E62A-3A9B-A8A948BB82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2241" y="1604559"/>
            <a:ext cx="8655703" cy="3648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To develop a real-time driver drowsiness detection system using Deep Learning.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To continuously monitor the driver's facial features through a webcam.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 To detect signs of drowsiness such as eye closure, frequent blinking, and yawning.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To generate an immediate alert when drowsiness is detected.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To improve road safety by reducing fatigue-related accidents.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To provide a cost-effective and non-intrusive monitoring solution.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To achieve accurate and reliable drowsiness detection under different driving conditions.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To enhance driver awareness and reduce the chances of accidents caused by fatigue.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7370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D031-D111-0E76-E389-1DF9DD6D5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68" y="2648"/>
            <a:ext cx="7059561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87EB77-0EF6-E95F-FFA7-8B0D858DF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4A15FF9-7643-0AE0-8C70-4B105A119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6BEB20-4F73-7B3F-89D2-FC1AA1C24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187" y="1737135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captures the driver's live video using a webcam.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Vision techniques detect the driver's face, eyes, and mouth in real time. 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Learning model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facial features to determine whether the driver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awake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signs of drowsiness are detected, the system immediately triggers an alert (alarm/voice/on-screen message). 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driver is continuously monitored throughout the journey to ensure safety.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system is non-intrusive, cost-effective, and does not require wearable sensors. 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aims to provide early detection of fatigue and reduce the risk of road accidents.</a:t>
            </a:r>
          </a:p>
          <a:p>
            <a:pPr>
              <a:lnSpc>
                <a:spcPct val="17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solution can be implemented in cars, buses, trucks, and other transportation vehicles.</a:t>
            </a:r>
          </a:p>
        </p:txBody>
      </p:sp>
    </p:spTree>
    <p:extLst>
      <p:ext uri="{BB962C8B-B14F-4D97-AF65-F5344CB8AC3E}">
        <p14:creationId xmlns:p14="http://schemas.microsoft.com/office/powerpoint/2010/main" val="1307898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E4EB-CE41-78E4-8CBB-43B1C846F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4258" y="148019"/>
            <a:ext cx="6209071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CC7FE-B801-1539-E6AE-4CC2DD210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 </a:t>
            </a: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developing the complete application and implementing the deep learning model.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Vision</a:t>
            </a:r>
          </a:p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Captures live video, detects faces, and processes image frames.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Framework</a:t>
            </a:r>
          </a:p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</a:t>
            </a:r>
            <a:r>
              <a:rPr lang="en-IN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Builds and trains the Convolutional Neural Network (CNN) for drowsiness detection.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Face &amp; Landmark Detection</a:t>
            </a:r>
          </a:p>
          <a:p>
            <a:r>
              <a:rPr lang="en-IN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 Haar Cascade Classifier)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facial landmarks such as eyes and mouth for feature extraction.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Environment</a:t>
            </a:r>
          </a:p>
          <a:p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(VS Code)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coding, testing, and debugging the application.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Requirements</a:t>
            </a:r>
          </a:p>
          <a:p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Webcam/Laptop Camera </a:t>
            </a:r>
          </a:p>
          <a:p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Laptop/Desktop </a:t>
            </a:r>
          </a:p>
          <a:p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Speaker/Buzzer (for alert generation)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32742C-4D36-3F6B-F6D0-7DA9D0C45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4274ED92-0FAF-1225-029A-05589B340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048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D373-0E00-70A7-BFC5-85D2F7F65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651" y="148019"/>
            <a:ext cx="5859660" cy="952398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6B86855-DBDB-AB3A-9EB2-1F83CE4DAE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189311"/>
              </p:ext>
            </p:extLst>
          </p:nvPr>
        </p:nvGraphicFramePr>
        <p:xfrm>
          <a:off x="1558413" y="1232616"/>
          <a:ext cx="9075174" cy="547736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25058">
                  <a:extLst>
                    <a:ext uri="{9D8B030D-6E8A-4147-A177-3AD203B41FA5}">
                      <a16:colId xmlns:a16="http://schemas.microsoft.com/office/drawing/2014/main" val="3590330741"/>
                    </a:ext>
                  </a:extLst>
                </a:gridCol>
                <a:gridCol w="3025058">
                  <a:extLst>
                    <a:ext uri="{9D8B030D-6E8A-4147-A177-3AD203B41FA5}">
                      <a16:colId xmlns:a16="http://schemas.microsoft.com/office/drawing/2014/main" val="261442005"/>
                    </a:ext>
                  </a:extLst>
                </a:gridCol>
                <a:gridCol w="3025058">
                  <a:extLst>
                    <a:ext uri="{9D8B030D-6E8A-4147-A177-3AD203B41FA5}">
                      <a16:colId xmlns:a16="http://schemas.microsoft.com/office/drawing/2014/main" val="2699250642"/>
                    </a:ext>
                  </a:extLst>
                </a:gridCol>
              </a:tblGrid>
              <a:tr h="279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Work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Key Finding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2868754"/>
                  </a:ext>
                </a:extLst>
              </a:tr>
              <a:tr h="950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Sengar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– “</a:t>
                      </a: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VigilEye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AI-based Real-time Driver Drowsiness Detection”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OpenCV + facial landmarks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real-time drowsiness detection and alert generation. 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664139233"/>
                  </a:ext>
                </a:extLst>
              </a:tr>
              <a:tr h="1173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 et al. – “A Multi-Aware Graph Convolutional Network for Driver Drowsiness Detection”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Convolutional Networks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model relationships between different facial regions and address variation between drivers. 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453195674"/>
                  </a:ext>
                </a:extLst>
              </a:tr>
              <a:tr h="950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Hassan et al. – “Real-time Driver Drowsiness Detection Using Transformer Architectures”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 and transfer-learning approaches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robust real-time drowsiness detection. 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574283533"/>
                  </a:ext>
                </a:extLst>
              </a:tr>
              <a:tr h="1173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Fonseca &amp; Ferreira – “Drowsiness Detection in Drivers: A Systematic Review of Deep Learning-Based Models”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deep-learning approaches and highlighted challenges such as 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real-world applicability, dataset limitations, and model robustness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927437532"/>
                  </a:ext>
                </a:extLst>
              </a:tr>
              <a:tr h="950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“CNN-ViT: A Multi-Feature Learning Based Approach for Driver Drowsiness Detection”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architectures with Vision Transformer (</a:t>
                      </a: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capture both local facial features and global relationships. 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56421143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57AEA57-D07E-BDFB-1A6D-1D23E43A3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4AF86B82-0A96-9A32-ADAE-C36500401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283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73D131-ABAE-F2CD-516D-85F38573C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399C6DE-4D3A-5C38-D2C8-CB2C7A9BD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7111" y="1008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E5EA62-0D80-82C5-CAC0-D2A34E6E187F}"/>
              </a:ext>
            </a:extLst>
          </p:cNvPr>
          <p:cNvSpPr txBox="1"/>
          <p:nvPr/>
        </p:nvSpPr>
        <p:spPr>
          <a:xfrm>
            <a:off x="3048000" y="30943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60F8D370-E586-1D3C-D46E-BAC59799A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386" y="802945"/>
            <a:ext cx="9930579" cy="532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11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3C55-3412-568C-F3E8-38D18088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110" y="245270"/>
            <a:ext cx="8327923" cy="789553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Collection &amp; Preprocessing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5BA93E-477E-83DA-78F0-6260D1A5E7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4246" y="1182842"/>
            <a:ext cx="5801522" cy="475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images/videos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datasets or camera recordings.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Awake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driver samples.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and facial features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the eyes and mouth.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and normalize images for model training.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dataset into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testing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FE649-F1C2-114B-4E73-98D436D3D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7" y="0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59FD45F-7024-13F8-3468-16AC7AE4B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I- and Deep Learning-Powered Driver Drowsiness Detection Method Using Facial Analysis | MDPI">
            <a:extLst>
              <a:ext uri="{FF2B5EF4-FFF2-40B4-BE49-F238E27FC236}">
                <a16:creationId xmlns:a16="http://schemas.microsoft.com/office/drawing/2014/main" id="{4B9B176C-A1C3-7EB7-F3C7-18C01984E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452" y="1931964"/>
            <a:ext cx="5309772" cy="400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432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EF3AA-3B84-2CEF-296B-334474671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296" y="53618"/>
            <a:ext cx="9114504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Deep Learning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D4FF2-C07B-9B14-805F-F6E319DD8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7" y="0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65AC3D89-0048-013A-D02B-FF1102D17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AF4526-D481-AC68-974C-06D28D8494BF}"/>
              </a:ext>
            </a:extLst>
          </p:cNvPr>
          <p:cNvSpPr txBox="1"/>
          <p:nvPr/>
        </p:nvSpPr>
        <p:spPr>
          <a:xfrm>
            <a:off x="986355" y="1182842"/>
            <a:ext cx="5437239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(Convolutional Neural Network)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driver images.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automatically extracts important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features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the driver's state as: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Awake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and other performance metrics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3" name="Picture 12" descr="AcaDraw - Outil IA pour dessins scientifiques | Illustrations en quelques secondes">
            <a:extLst>
              <a:ext uri="{FF2B5EF4-FFF2-40B4-BE49-F238E27FC236}">
                <a16:creationId xmlns:a16="http://schemas.microsoft.com/office/drawing/2014/main" id="{B486E780-7F45-1B85-3C2B-3411F8CA6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490" y="1581127"/>
            <a:ext cx="5663381" cy="471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51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CF837-29FF-A85F-C7FA-D77EB3C5C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7941" y="28578"/>
            <a:ext cx="10515600" cy="1325563"/>
          </a:xfrm>
        </p:spPr>
        <p:txBody>
          <a:bodyPr>
            <a:normAutofit/>
          </a:bodyPr>
          <a:lstStyle/>
          <a:p>
            <a:pPr algn="just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Real-Time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A7107-85B7-F22E-8050-1DB5FF30A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368" y="1354141"/>
            <a:ext cx="4756355" cy="4351338"/>
          </a:xfrm>
        </p:spPr>
        <p:txBody>
          <a:bodyPr>
            <a:normAutofit fontScale="85000" lnSpcReduction="20000"/>
          </a:bodyPr>
          <a:lstStyle/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live video using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the driver's face from each video frame.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facial features and provide them to the trained CNN.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driver's current state: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Awake or Drowsy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 the driver 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CB660-08BD-93E7-6737-F4DB581AE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7" y="0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AC3C66E-71AB-B114-765C-AE3CF3DAC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https://images.openai.com/static-rsc-4/coELA3NNG23hLfDMG9h3WUXC665Cloh_s-gEhg6RKQKS1qIzrV4kEiFVD9uw9gFMkZ125VVfl5MHGJnoM2a9kepAa2WM4SxvbpZ4RsHGQU8VdvgY6gEtwx_qgozkyCHMkusnNgS1Bp9dzPpfPq8ozkR2AKktrdDWJtmQrrylZAvtVLUeTvsiqLhmpSwQHO1B?purpose=fullsize">
            <a:extLst>
              <a:ext uri="{FF2B5EF4-FFF2-40B4-BE49-F238E27FC236}">
                <a16:creationId xmlns:a16="http://schemas.microsoft.com/office/drawing/2014/main" id="{EF6E3DBD-DE8A-D27A-0138-98BFFB7DD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368" y="1152521"/>
            <a:ext cx="5582264" cy="514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771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7D8AE-F8DC-F0C3-643A-E67521918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4707" y="178670"/>
            <a:ext cx="6481471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Alert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32566-5D0C-7430-A103-EB1F2E86F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81471" cy="4351338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the CNN prediction continuously.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detected, activate an alert.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alarm or visual warning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the driver immediately to regain attention.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monitoring and trigger alerts when drowsiness persists.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51F70D-E79D-1996-B5D0-23E0F46FC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4" y="-6917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8CB7851-2167-F9E0-4842-C8690293B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The Meaning Behind Your Car's Dashboard Warning Lights - Carly Blog">
            <a:extLst>
              <a:ext uri="{FF2B5EF4-FFF2-40B4-BE49-F238E27FC236}">
                <a16:creationId xmlns:a16="http://schemas.microsoft.com/office/drawing/2014/main" id="{CEF092A0-7EA1-9859-B924-834575503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7883" y="1825625"/>
            <a:ext cx="47391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0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2654-675D-3CB1-D94E-35D20A2D9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284" y="0"/>
            <a:ext cx="4798142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A103CC-B438-8F31-0ABD-C8C8BA7EB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7" y="0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44BA5DAB-78A5-15D1-AAA7-464DB4A84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B7CE6F-F75A-B02D-4C15-00E21916C1AB}"/>
              </a:ext>
            </a:extLst>
          </p:cNvPr>
          <p:cNvSpPr txBox="1"/>
          <p:nvPr/>
        </p:nvSpPr>
        <p:spPr>
          <a:xfrm>
            <a:off x="1799304" y="1805348"/>
            <a:ext cx="7256206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driver drowsiness accurately in real time using Deep Learning.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Continuously monitor the driver's facial features through a webcam.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instant alerts (alarm, voice, or on-screen warning) when drowsiness is detected.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road safety by reducing fatigue-related accidents.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cost-effective and non-intrusive drowsiness detection system.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 reliable performance under different driving conditions.</a:t>
            </a:r>
          </a:p>
        </p:txBody>
      </p:sp>
    </p:spTree>
    <p:extLst>
      <p:ext uri="{BB962C8B-B14F-4D97-AF65-F5344CB8AC3E}">
        <p14:creationId xmlns:p14="http://schemas.microsoft.com/office/powerpoint/2010/main" val="1635787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9F8C7-E2AC-B5DA-90A9-2DECDCEBA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8710" y="18255"/>
            <a:ext cx="417871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464C57-F79F-A00D-34A4-D6B5777E5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4693728-C6CA-0588-EB80-058336AC4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0C70C3D-E04B-0F06-C601-7C5C458B0E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2680" y="681036"/>
            <a:ext cx="10065773" cy="5710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aims to detect driver drowsiness accurately using Deep Learning and Computer Vision techniques.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continuously monitor the driver's facial features through a live webcam for real-time analysis.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is designed to generate immediate alerts whenever signs of drowsiness are detected.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is cost-effective, non-intrusive, and easy to implement using a standard webcam.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Overall, this project aims to improve road safety by reducing accidents caused by driver fatigue..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37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C961F8-E453-2E13-B014-2B07D0977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18" y="130430"/>
            <a:ext cx="10350910" cy="612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22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1118</Words>
  <Application>Microsoft Office PowerPoint</Application>
  <PresentationFormat>Widescreen</PresentationFormat>
  <Paragraphs>115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Deep Learning Based Real-Time Driver Drowsiness Detection and Alert System</vt:lpstr>
      <vt:lpstr>Introduction</vt:lpstr>
      <vt:lpstr>Problem Statement</vt:lpstr>
      <vt:lpstr>Objective</vt:lpstr>
      <vt:lpstr>Proposed System</vt:lpstr>
      <vt:lpstr>Technologies Used</vt:lpstr>
      <vt:lpstr>Literature Survey</vt:lpstr>
      <vt:lpstr>PowerPoint Presentation</vt:lpstr>
      <vt:lpstr>Module 1: Data Collection &amp; Preprocessing </vt:lpstr>
      <vt:lpstr>Module 2: Deep Learning Model</vt:lpstr>
      <vt:lpstr>Module 3: Real-Time Detection</vt:lpstr>
      <vt:lpstr>Module 4: Alert System</vt:lpstr>
      <vt:lpstr>Expected Outcome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 latha</dc:creator>
  <cp:lastModifiedBy>sree latha</cp:lastModifiedBy>
  <cp:revision>5</cp:revision>
  <dcterms:created xsi:type="dcterms:W3CDTF">2026-06-02T04:13:54Z</dcterms:created>
  <dcterms:modified xsi:type="dcterms:W3CDTF">2026-08-13T05:19:29Z</dcterms:modified>
</cp:coreProperties>
</file>